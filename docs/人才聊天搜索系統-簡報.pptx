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1906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Microsoft JhengHei"/>
              </a:defRPr>
            </a:pPr>
            <a:r>
              <a:t>人才聊天搜索系統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基於 AI 的智能人才匹配解決方案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2025 年 10 月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人才分析系統開發團隊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Microsoft JhengHei"/>
              </a:defRPr>
            </a:pPr>
            <a:r>
              <a:t>專案背景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現狀挑戰: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- 傳統人才搜索依賴複雜的篩選條件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- HR 需熟悉系統術語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- 搜索效率低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- 缺乏智能匹配解釋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endParaRPr/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市場需求: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- 精準匹配需求上升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- 期望自然語言搜索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t>- AI 技術成趨勢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解決方案概述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核心價值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讓人才搜索像聊天一樣簡單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主要功能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🗣️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自然語言搜索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🤖 AI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智能匹配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📊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個性化推薦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💬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對話式體驗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📈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學習優化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技術架構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8898"/>
            <a:ext cx="8229600" cy="1645421"/>
          </a:xfrm>
        </p:spPr>
        <p:txBody>
          <a:bodyPr/>
          <a:lstStyle/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Vue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前端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+ Node/Python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後端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+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向量資料庫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+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開源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LLM (Qwen-2.5)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採用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RAG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架構、語義搜索、Redis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快取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AB9CAF-4761-445A-9445-B7BA44E4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7862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KaiTi" panose="02010609060101010101" pitchFamily="49" charset="-122"/>
                <a:ea typeface="KaiTi" panose="02010609060101010101" pitchFamily="49" charset="-122"/>
              </a:rPr>
              <a:t>架構圖</a:t>
            </a:r>
            <a:endParaRPr lang="zh-TW" altLang="en-US" sz="3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1FD968BF-7EC6-4EDF-9B69-77B1BE889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134" y="830581"/>
            <a:ext cx="8229600" cy="5471160"/>
          </a:xfrm>
        </p:spPr>
      </p:pic>
    </p:spTree>
    <p:extLst>
      <p:ext uri="{BB962C8B-B14F-4D97-AF65-F5344CB8AC3E}">
        <p14:creationId xmlns:p14="http://schemas.microsoft.com/office/powerpoint/2010/main" val="249901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RAG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架構優勢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流程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用戶查詢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→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向量化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→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語義搜索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→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結果生成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→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推薦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優勢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-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準確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-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即時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-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可解釋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-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可擴展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B246A-EE59-49E5-A242-2EB296B5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6942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KaiTi" panose="02010609060101010101" pitchFamily="49" charset="-122"/>
                <a:ea typeface="KaiTi" panose="02010609060101010101" pitchFamily="49" charset="-122"/>
              </a:rPr>
              <a:t>RAG </a:t>
            </a:r>
            <a:r>
              <a:rPr lang="zh-CN" altLang="en-US" sz="3600" dirty="0">
                <a:latin typeface="KaiTi" panose="02010609060101010101" pitchFamily="49" charset="-122"/>
                <a:ea typeface="KaiTi" panose="02010609060101010101" pitchFamily="49" charset="-122"/>
              </a:rPr>
              <a:t>系統架構流程</a:t>
            </a:r>
            <a:endParaRPr lang="zh-TW" altLang="en-US" sz="3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23E8759A-C58C-405A-929C-C0D741E44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611" y="1211580"/>
            <a:ext cx="8153169" cy="5578484"/>
          </a:xfrm>
        </p:spPr>
      </p:pic>
    </p:spTree>
    <p:extLst>
      <p:ext uri="{BB962C8B-B14F-4D97-AF65-F5344CB8AC3E}">
        <p14:creationId xmlns:p14="http://schemas.microsoft.com/office/powerpoint/2010/main" val="2085639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Microsoft JhengHei"/>
              </a:defRPr>
            </a:pPr>
            <a:r>
              <a:rPr>
                <a:latin typeface="KaiTi" panose="02010609060101010101" pitchFamily="49" charset="-122"/>
                <a:ea typeface="KaiTi" panose="02010609060101010101" pitchFamily="49" charset="-122"/>
              </a:rPr>
              <a:t>用戶體驗設計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聊天介面特色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</a:p>
          <a:p>
            <a:pPr marL="857250" lvl="1" indent="-457200">
              <a:spcAft>
                <a:spcPts val="600"/>
              </a:spcAft>
              <a:buFont typeface="+mj-lt"/>
              <a:buAutoNum type="arabicPeriod"/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直觀操作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57250" lvl="1" indent="-457200">
              <a:spcAft>
                <a:spcPts val="600"/>
              </a:spcAft>
              <a:buFont typeface="+mj-lt"/>
              <a:buAutoNum type="arabicPeriod"/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即時反饋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57250" lvl="1" indent="-457200">
              <a:spcAft>
                <a:spcPts val="600"/>
              </a:spcAft>
              <a:buFont typeface="+mj-lt"/>
              <a:buAutoNum type="arabicPeriod"/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智能建議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57250" lvl="1" indent="-457200">
              <a:spcAft>
                <a:spcPts val="600"/>
              </a:spcAft>
              <a:buFont typeface="+mj-lt"/>
              <a:buAutoNum type="arabicPeriod"/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結果展示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互動流程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</a:p>
          <a:p>
            <a:pPr marL="457200" lvl="1" indent="0">
              <a:spcAft>
                <a:spcPts val="600"/>
              </a:spcAft>
              <a:buNone/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1.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用戶輸入需求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lvl="1" indent="0">
              <a:spcAft>
                <a:spcPts val="600"/>
              </a:spcAft>
              <a:buNone/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2.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系統澄清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lvl="1" indent="0">
              <a:spcAft>
                <a:spcPts val="600"/>
              </a:spcAft>
              <a:buNone/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3.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展示匹配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lvl="1" indent="0">
              <a:spcAft>
                <a:spcPts val="600"/>
              </a:spcAft>
              <a:buNone/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4.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細化條件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lvl="1" indent="0">
              <a:spcAft>
                <a:spcPts val="600"/>
              </a:spcAft>
              <a:buNone/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5.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查看詳情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Microsoft JhengHei"/>
              </a:defRPr>
            </a:pPr>
            <a:r>
              <a:rPr>
                <a:latin typeface="KaiTi" panose="02010609060101010101" pitchFamily="49" charset="-122"/>
                <a:ea typeface="KaiTi" panose="02010609060101010101" pitchFamily="49" charset="-122"/>
              </a:rPr>
              <a:t>技術創新點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AI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增強搜索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語義理解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/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上下文感知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/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個性化學習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開源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LLM: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成本效益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/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隱私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/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微調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ts val="600"/>
              </a:spcAft>
              <a:defRPr sz="2000">
                <a:latin typeface="Microsoft JhengHei"/>
              </a:defRPr>
            </a:pP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RAG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架構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混合搜索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/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動態權重</a:t>
            </a:r>
            <a:r>
              <a:rPr dirty="0">
                <a:latin typeface="KaiTi" panose="02010609060101010101" pitchFamily="49" charset="-122"/>
                <a:ea typeface="KaiTi" panose="02010609060101010101" pitchFamily="49" charset="-122"/>
              </a:rPr>
              <a:t> / </a:t>
            </a:r>
            <a:r>
              <a:rPr dirty="0" err="1">
                <a:latin typeface="KaiTi" panose="02010609060101010101" pitchFamily="49" charset="-122"/>
                <a:ea typeface="KaiTi" panose="02010609060101010101" pitchFamily="49" charset="-122"/>
              </a:rPr>
              <a:t>快取</a:t>
            </a:r>
            <a:endParaRPr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155</Words>
  <Application>Microsoft Office PowerPoint</Application>
  <PresentationFormat>如螢幕大小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KaiTi</vt:lpstr>
      <vt:lpstr>Microsoft JhengHei</vt:lpstr>
      <vt:lpstr>Arial</vt:lpstr>
      <vt:lpstr>Calibri</vt:lpstr>
      <vt:lpstr>Office Theme</vt:lpstr>
      <vt:lpstr>人才聊天搜索系統</vt:lpstr>
      <vt:lpstr>專案背景</vt:lpstr>
      <vt:lpstr>解決方案概述</vt:lpstr>
      <vt:lpstr>技術架構</vt:lpstr>
      <vt:lpstr>架構圖</vt:lpstr>
      <vt:lpstr>RAG 架構優勢</vt:lpstr>
      <vt:lpstr>RAG 系統架構流程</vt:lpstr>
      <vt:lpstr>用戶體驗設計</vt:lpstr>
      <vt:lpstr>技術創新點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人才聊天搜索系統</dc:title>
  <dc:subject/>
  <dc:creator>adrian</dc:creator>
  <cp:keywords/>
  <dc:description>generated using python-pptx</dc:description>
  <cp:lastModifiedBy>Victor</cp:lastModifiedBy>
  <cp:revision>4</cp:revision>
  <dcterms:created xsi:type="dcterms:W3CDTF">2013-01-27T09:14:16Z</dcterms:created>
  <dcterms:modified xsi:type="dcterms:W3CDTF">2025-10-13T06:24:15Z</dcterms:modified>
  <cp:category/>
</cp:coreProperties>
</file>